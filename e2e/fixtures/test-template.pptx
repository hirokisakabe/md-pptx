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Layouts/slideLayout12.xml" ContentType="application/vnd.openxmlformats-officedocument.presentationml.slideLayout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  <Relationship Id="rId2" Type="http://schemas.openxmlformats.org/officeDocument/2006/relationships/image" Target="../media/bg-layout.jpg"/>
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on Sequential Id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>Title</a:t>
            </a:r>
          </a:p>
        </p:txBody>
      </p:sp>
      <p:sp>
        <p:nvSpPr>
          <p:cNvPr id="3" name="Content Placeholder 10"/>
          <p:cNvSpPr>
            <a:spLocks noGrp="1"/>
          </p:cNvSpPr>
          <p:nvPr>
            <p:ph idx="10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t>Body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  <Relationship Id="rId13" Type="http://schemas.openxmlformats.org/officeDocument/2006/relationships/slideLayout" Target="../slideLayouts/slideLayout12.xml"/>
  <Relationship Id="rId14" Type="http://schemas.openxmlformats.org/officeDocument/2006/relationships/image" Target="../media/bg-master.jpg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