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n Sequential I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10"/>
          <p:cNvSpPr>
            <a:spLocks noGrp="1"/>
          </p:cNvSpPr>
          <p:nvPr>
            <p:ph idx="10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t>Body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